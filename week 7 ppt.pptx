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352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3C5FD"/>
                </a:solidFill>
              </a:defRPr>
            </a:pPr>
            <a:r>
              <a:t>WEEK 7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Job &amp; Internship</a:t>
            </a:r>
            <a:br/>
            <a:r>
              <a:t>Landing 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8862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Built with React JS • React Router • Vite •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9834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DG Interns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Why a simple job and internship platform is useful for students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0392" y="1764792"/>
            <a:ext cx="109728" cy="39684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801368"/>
            <a:ext cx="4137450" cy="2364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The Challenge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rPr dirty="0"/>
              <a:t>Students often need to search across different sources for internship opportunities.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rPr dirty="0"/>
              <a:t>Important details such as role, location and domain can be difficult to compare quickly.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rPr dirty="0"/>
              <a:t>A clean, focused interface can make opportunity discovery easier.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rPr dirty="0"/>
              <a:t>The project demonstrates how React can be used to build a practical career website.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28231" y="1764792"/>
            <a:ext cx="109728" cy="3968496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801368"/>
            <a:ext cx="4846320" cy="1564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Project Objective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rPr dirty="0"/>
              <a:t>Create a responsive job and internship landing website.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rPr dirty="0"/>
              <a:t>Provide separate Home, Jobs and Contact pages.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rPr dirty="0"/>
              <a:t>Display opportunities in reusable card components.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rPr dirty="0"/>
              <a:t>Allow users to search, filter and start an application.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Core functionality implemented in the React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29000" cy="178308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673351"/>
            <a:ext cx="2678353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rPr dirty="0"/>
              <a:t>🏠  Home Page</a:t>
            </a:r>
          </a:p>
          <a:p>
            <a:pPr>
              <a:spcBef>
                <a:spcPts val="1000"/>
              </a:spcBef>
              <a:defRPr sz="1150">
                <a:solidFill>
                  <a:srgbClr val="475569"/>
                </a:solidFill>
              </a:defRPr>
            </a:pPr>
            <a:r>
              <a:rPr dirty="0"/>
              <a:t>Hero section, career-focused messaging, features and statistics.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508760"/>
            <a:ext cx="3429000" cy="178308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1728" y="1673351"/>
            <a:ext cx="30175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rPr dirty="0"/>
              <a:t>💼  Job Listings</a:t>
            </a:r>
          </a:p>
          <a:p>
            <a:pPr>
              <a:spcBef>
                <a:spcPts val="1000"/>
              </a:spcBef>
              <a:defRPr sz="1150">
                <a:solidFill>
                  <a:srgbClr val="475569"/>
                </a:solidFill>
              </a:defRPr>
            </a:pPr>
            <a:r>
              <a:rPr dirty="0"/>
              <a:t>Internship opportunities displayed as reusable cards.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508760"/>
            <a:ext cx="3429000" cy="178308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76488" y="1673351"/>
            <a:ext cx="30175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🔎  Search &amp; Filter</a:t>
            </a:r>
          </a:p>
          <a:p>
            <a:pPr>
              <a:spcBef>
                <a:spcPts val="1000"/>
              </a:spcBef>
              <a:defRPr sz="1150">
                <a:solidFill>
                  <a:srgbClr val="475569"/>
                </a:solidFill>
              </a:defRPr>
            </a:pPr>
            <a:r>
              <a:t>Search by title, company, category or location.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657600"/>
            <a:ext cx="3429000" cy="178308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3822191"/>
            <a:ext cx="30175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🧭  React Routing</a:t>
            </a:r>
          </a:p>
          <a:p>
            <a:pPr>
              <a:spcBef>
                <a:spcPts val="1000"/>
              </a:spcBef>
              <a:defRPr sz="1150">
                <a:solidFill>
                  <a:srgbClr val="475569"/>
                </a:solidFill>
              </a:defRPr>
            </a:pPr>
            <a:r>
              <a:t>Home, Jobs and Contact pages with navigation.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657600"/>
            <a:ext cx="3429000" cy="178308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3822191"/>
            <a:ext cx="2927087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rPr dirty="0"/>
              <a:t>📨  Apply Action</a:t>
            </a:r>
          </a:p>
          <a:p>
            <a:pPr>
              <a:spcBef>
                <a:spcPts val="1000"/>
              </a:spcBef>
              <a:defRPr sz="1150">
                <a:solidFill>
                  <a:srgbClr val="475569"/>
                </a:solidFill>
              </a:defRPr>
            </a:pPr>
            <a:r>
              <a:rPr dirty="0"/>
              <a:t>Apply Now button provides an application-start interaction.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3657600"/>
            <a:ext cx="3429000" cy="178308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6488" y="3822191"/>
            <a:ext cx="2697648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📱  Responsive UI</a:t>
            </a:r>
          </a:p>
          <a:p>
            <a:pPr>
              <a:spcBef>
                <a:spcPts val="1000"/>
              </a:spcBef>
              <a:defRPr sz="1150">
                <a:solidFill>
                  <a:srgbClr val="475569"/>
                </a:solidFill>
              </a:defRPr>
            </a:pPr>
            <a:r>
              <a:t>Layout adapts for desktop, tablet and mobile screens.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Tools and concepts used to build the website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417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35608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9903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React 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408176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Functional components and state management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16712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185416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14884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React Router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157984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Client-side navigation between pages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91693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935224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89864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Vite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07792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Fast development and production build setup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66674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685031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648456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JavaScript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657600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Application logic, filtering and interactions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41655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434840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398264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CSS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407408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Custom responsive layout and visual styling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516635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184647"/>
            <a:ext cx="384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148072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GitHub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157216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Source-code version control and deployment workflow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17320" y="5989320"/>
            <a:ext cx="9144000" cy="384048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00200" y="6053328"/>
            <a:ext cx="8778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User → React UI → React Router → Components / State → Responsive CSS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446520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492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Website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Main pages developed for the Week 7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37560" cy="4251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333756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01  Home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2514600"/>
            <a:ext cx="233172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88720" y="2834640"/>
            <a:ext cx="164592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88720" y="3154680"/>
            <a:ext cx="233172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88720" y="3474720"/>
            <a:ext cx="233172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4434840"/>
            <a:ext cx="281635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Home</a:t>
            </a:r>
          </a:p>
          <a:p>
            <a:pPr>
              <a:spcBef>
                <a:spcPts val="700"/>
              </a:spcBef>
              <a:defRPr sz="1150">
                <a:solidFill>
                  <a:srgbClr val="475569"/>
                </a:solidFill>
              </a:defRPr>
            </a:pPr>
            <a:r>
              <a:t>Landing hero • Features • Career statistics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508760"/>
            <a:ext cx="3337560" cy="4251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26280" y="1508760"/>
            <a:ext cx="333756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1609344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02  Jobs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80" y="2514600"/>
            <a:ext cx="233172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83480" y="2834640"/>
            <a:ext cx="164592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983480" y="3154680"/>
            <a:ext cx="233172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83480" y="3474720"/>
            <a:ext cx="233172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82312" y="4434840"/>
            <a:ext cx="2532888" cy="797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Jobs</a:t>
            </a:r>
          </a:p>
          <a:p>
            <a:pPr>
              <a:spcBef>
                <a:spcPts val="700"/>
              </a:spcBef>
              <a:defRPr sz="1150">
                <a:solidFill>
                  <a:srgbClr val="475569"/>
                </a:solidFill>
              </a:defRPr>
            </a:pPr>
            <a:r>
              <a:rPr dirty="0"/>
              <a:t>Search • Category filters • Job cards • Apply buttons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1508760"/>
            <a:ext cx="3337560" cy="4251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21040" y="1508760"/>
            <a:ext cx="333756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0" y="1609344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03  Contact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2514600"/>
            <a:ext cx="233172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778240" y="2834640"/>
            <a:ext cx="164592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778240" y="3154680"/>
            <a:ext cx="233172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778240" y="3474720"/>
            <a:ext cx="2331720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77072" y="4434840"/>
            <a:ext cx="2295060" cy="797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rPr dirty="0"/>
              <a:t>Contact</a:t>
            </a:r>
          </a:p>
          <a:p>
            <a:pPr>
              <a:spcBef>
                <a:spcPts val="700"/>
              </a:spcBef>
              <a:defRPr sz="1150">
                <a:solidFill>
                  <a:srgbClr val="475569"/>
                </a:solidFill>
              </a:defRPr>
            </a:pPr>
            <a:r>
              <a:rPr dirty="0"/>
              <a:t>Contact information • Message form • Submit action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46520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5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EC4B05D-F407-B2ED-FDF9-1FFFE8C03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090" y="2435463"/>
            <a:ext cx="3013459" cy="181862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8D48C7A-749F-E360-222F-4FA9D0BD4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56" y="2368926"/>
            <a:ext cx="3237343" cy="195169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D51EDCB-D4C5-9137-8704-EE85DE009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807" y="2368926"/>
            <a:ext cx="3112192" cy="18752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Job Listing &amp; Responsive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 practical UI flow for discovering opportunities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" y="173736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10512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3736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Open Jobs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94560"/>
            <a:ext cx="2240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User navigates to the Jobs page.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36007" y="173736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810512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73736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194560"/>
            <a:ext cx="161278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rPr dirty="0"/>
              <a:t>Enter a keyword such as React, Python or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85048" y="173736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1810512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173736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194560"/>
            <a:ext cx="1823347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rPr dirty="0"/>
              <a:t>Choose Development, Design, Data or Marketing.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2044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86968" y="3749039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3822191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749039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206240"/>
            <a:ext cx="1821669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rPr dirty="0"/>
              <a:t>Compare role, company, location and description.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52044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636007" y="3749039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36007" y="3822191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749039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206240"/>
            <a:ext cx="224028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Select Apply Now to start the application interaction.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623560"/>
            <a:ext cx="1083564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751576"/>
            <a:ext cx="10332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Responsive behavior: 3-column cards → 2-column tablet layout → 1-column mobile layout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46520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Result &amp;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A responsive React-based job and internship landing website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23160"/>
            <a:ext cx="324612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97480"/>
            <a:ext cx="2880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3C5FD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Main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BD5E1"/>
                </a:solidFill>
              </a:defRPr>
            </a:pPr>
            <a:r>
              <a:t>Home • Jobs • Contact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423160"/>
            <a:ext cx="324612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2697480"/>
            <a:ext cx="2880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3C5FD"/>
                </a:solidFill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246120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Sample Listings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657600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BD5E1"/>
                </a:solidFill>
              </a:defRPr>
            </a:pPr>
            <a:r>
              <a:t>Development • Design • Data • Marketing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423160"/>
            <a:ext cx="324612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2697480"/>
            <a:ext cx="2880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93C5FD"/>
                </a:solidFill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46120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Responsive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657600"/>
            <a:ext cx="2880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BD5E1"/>
                </a:solidFill>
              </a:defRPr>
            </a:pPr>
            <a:r>
              <a:t>Desktop • Tablet • Mobile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92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3C5FD"/>
                </a:solidFill>
              </a:defRPr>
            </a:pPr>
            <a:r>
              <a:t>LIVE DEMO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0352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Home → Jobs → Search / Filter → Apply Now → Contact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93C5FD"/>
                </a:solidFill>
              </a:defRPr>
            </a:pPr>
            <a:r>
              <a:t>Thank You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8813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470</Words>
  <Application>Microsoft Office PowerPoint</Application>
  <PresentationFormat>Widescreen</PresentationFormat>
  <Paragraphs>101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Nishanth G A</cp:lastModifiedBy>
  <cp:revision>3</cp:revision>
  <dcterms:created xsi:type="dcterms:W3CDTF">2013-01-27T09:14:16Z</dcterms:created>
  <dcterms:modified xsi:type="dcterms:W3CDTF">2026-10-01T09:05:08Z</dcterms:modified>
  <cp:category/>
</cp:coreProperties>
</file>